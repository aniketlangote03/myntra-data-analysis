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2E5C"/>
                </a:solidFill>
              </a:defRPr>
            </a:pPr>
            <a:r>
              <a:t>Myntra Men's Jeans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End-to-End Data Analytics Project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Analyze Myntra's men's jeans catalog to uncover pricing and brand insights</a:t>
            </a:r>
          </a:p>
          <a:p>
            <a:pPr>
              <a:defRPr sz="1600"/>
            </a:pPr>
            <a:r>
              <a:t>Support data-driven decisions for merchandising, marketing, and partnerships</a:t>
            </a:r>
          </a:p>
          <a:p>
            <a:pPr>
              <a:defRPr sz="1600"/>
            </a:pPr>
            <a:r>
              <a:t>52,120 raw products → 31,527 cleaned records across 371 brands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7 features: brand, description, price, MRP, discount, ratings, # ratings</a:t>
            </a:r>
          </a:p>
          <a:p>
            <a:pPr>
              <a:defRPr sz="1600"/>
            </a:pPr>
            <a:r>
              <a:t>Average price: ₹1,697 | Median: ₹1,484 | Range: ₹337 – ₹54,000</a:t>
            </a:r>
          </a:p>
          <a:p>
            <a:pPr>
              <a:defRPr sz="1600"/>
            </a:pPr>
            <a:r>
              <a:t>Average rating: 3.98/5 | No missing values in raw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Removed 17,047 exact duplicate rows</a:t>
            </a:r>
          </a:p>
          <a:p>
            <a:pPr>
              <a:defRPr sz="1600"/>
            </a:pPr>
            <a:r>
              <a:t>Removed 3,546 records with invalid discount (&gt;100%)</a:t>
            </a:r>
          </a:p>
          <a:p>
            <a:pPr>
              <a:defRPr sz="1600"/>
            </a:pPr>
            <a:r>
              <a:t>Validated data types and discount format (decimal 0–1)</a:t>
            </a:r>
          </a:p>
          <a:p>
            <a:pPr>
              <a:defRPr sz="1600"/>
            </a:pPr>
            <a:r>
              <a:t>Final clean dataset: 31,527 unique product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Mid-range pricing dominates the catalog (50% between ₹899–₹1,829)</a:t>
            </a:r>
          </a:p>
          <a:p>
            <a:pPr>
              <a:defRPr sz="1400"/>
            </a:pPr>
            <a:r>
              <a:t>Right-skewed price distribution — few luxury items pull mean up</a:t>
            </a:r>
          </a:p>
          <a:p>
            <a:pPr>
              <a:defRPr sz="1400"/>
            </a:pPr>
            <a:r>
              <a:t>Roadster, HIGHLANDER lead in customer engagement</a:t>
            </a:r>
          </a:p>
        </p:txBody>
      </p:sp>
      <p:pic>
        <p:nvPicPr>
          <p:cNvPr id="4" name="Picture 3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BQ1: Best Value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Composite Value Score = ratings + discount + price competitiveness</a:t>
            </a:r>
          </a:p>
          <a:p>
            <a:pPr>
              <a:defRPr sz="1400"/>
            </a:pPr>
            <a:r>
              <a:t>Top brands: MarvelQ, AngelFab, Metronaut, SZN, HARDSODA</a:t>
            </a:r>
          </a:p>
          <a:p>
            <a:pPr>
              <a:defRPr sz="1400"/>
            </a:pPr>
            <a:r>
              <a:t>Success comes from balanced pricing, not a single metric</a:t>
            </a:r>
          </a:p>
        </p:txBody>
      </p:sp>
      <p:pic>
        <p:nvPicPr>
          <p:cNvPr id="4" name="Picture 3" descr="insights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0" cy="20622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BQ2: Customer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HIGHLANDER: highest engagement efficiency (ratings per product)</a:t>
            </a:r>
          </a:p>
          <a:p>
            <a:pPr>
              <a:defRPr sz="1400"/>
            </a:pPr>
            <a:r>
              <a:t>Roadster: highest total engagement (large catalog)</a:t>
            </a:r>
          </a:p>
          <a:p>
            <a:pPr>
              <a:defRPr sz="1400"/>
            </a:pPr>
            <a:r>
              <a:t>Evaluate both total and per-product metrics for full picture</a:t>
            </a:r>
          </a:p>
        </p:txBody>
      </p:sp>
      <p:pic>
        <p:nvPicPr>
          <p:cNvPr id="4" name="Picture 3" descr="insights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0" cy="2058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BQ3: Promotional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Some brands rely heavily on high average discounts</a:t>
            </a:r>
          </a:p>
          <a:p>
            <a:pPr>
              <a:defRPr sz="1600"/>
            </a:pPr>
            <a:r>
              <a:t>A few products show 100% discounts (promotional anomalies)</a:t>
            </a:r>
          </a:p>
          <a:p>
            <a:pPr>
              <a:defRPr sz="1600"/>
            </a:pPr>
            <a:r>
              <a:t>Strategic discounting preserves profitability and brand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BQ4: Price Segment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Mid-price (₹1,001–2,000): largest catalog, strongest engagement</a:t>
            </a:r>
          </a:p>
          <a:p>
            <a:pPr>
              <a:defRPr sz="1400"/>
            </a:pPr>
            <a:r>
              <a:t>Premium: higher ratings but fewer total ratings</a:t>
            </a:r>
          </a:p>
          <a:p>
            <a:pPr>
              <a:defRPr sz="1400"/>
            </a:pPr>
            <a:r>
              <a:t>Core revenue driver = mid-range segment</a:t>
            </a:r>
          </a:p>
        </p:txBody>
      </p:sp>
      <p:pic>
        <p:nvPicPr>
          <p:cNvPr id="4" name="Picture 3" descr="price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BQ5: Brand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Business Performance Score integrates all key metrics</a:t>
            </a:r>
          </a:p>
          <a:p>
            <a:pPr>
              <a:defRPr sz="1400"/>
            </a:pPr>
            <a:r>
              <a:t>Top brands: HIGHLANDER, HARDSODA, Sztori, THE BEETEL HOUSE</a:t>
            </a:r>
          </a:p>
          <a:p>
            <a:pPr>
              <a:defRPr sz="1400"/>
            </a:pPr>
            <a:r>
              <a:t>Prioritize for featured collections and inventory expansion</a:t>
            </a:r>
          </a:p>
        </p:txBody>
      </p:sp>
      <p:pic>
        <p:nvPicPr>
          <p:cNvPr id="4" name="Picture 3" descr="insights_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0" cy="19133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Feature HIGHLANDER, HARDSODA, Sztori in campaigns</a:t>
            </a:r>
          </a:p>
          <a:p>
            <a:pPr>
              <a:defRPr sz="1600"/>
            </a:pPr>
            <a:r>
              <a:t>Strengthen mid-price portfolio as core revenue segment</a:t>
            </a:r>
          </a:p>
          <a:p>
            <a:pPr>
              <a:defRPr sz="1600"/>
            </a:pPr>
            <a:r>
              <a:t>Market premium via exclusivity, not discounts</a:t>
            </a:r>
          </a:p>
          <a:p>
            <a:pPr>
              <a:defRPr sz="1600"/>
            </a:pPr>
            <a:r>
              <a:t>Use Streamlit dashboard for ongoing brand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2E5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